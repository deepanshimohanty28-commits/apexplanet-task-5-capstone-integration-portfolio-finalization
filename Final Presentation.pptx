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3.png"/><Relationship Id="rId6" Type="http://schemas.openxmlformats.org/officeDocument/2006/relationships/image" Target="../media/image-1-6.png"/><Relationship Id="rId7" Type="http://schemas.openxmlformats.org/officeDocument/2006/relationships/image" Target="../media/image-1-3.png"/><Relationship Id="rId8" Type="http://schemas.openxmlformats.org/officeDocument/2006/relationships/image" Target="../media/image-1-8.png"/><Relationship Id="rId9" Type="http://schemas.openxmlformats.org/officeDocument/2006/relationships/image" Target="../media/image-1-3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image" Target="../media/image-6-6.png"/><Relationship Id="rId7" Type="http://schemas.openxmlformats.org/officeDocument/2006/relationships/image" Target="../media/image-6-3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3.png"/><Relationship Id="rId6" Type="http://schemas.openxmlformats.org/officeDocument/2006/relationships/image" Target="../media/image-7-6.png"/><Relationship Id="rId7" Type="http://schemas.openxmlformats.org/officeDocument/2006/relationships/image" Target="../media/image-7-3.png"/><Relationship Id="rId8" Type="http://schemas.openxmlformats.org/officeDocument/2006/relationships/image" Target="../media/image-7-8.png"/><Relationship Id="rId9" Type="http://schemas.openxmlformats.org/officeDocument/2006/relationships/image" Target="../media/image-7-3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3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SOFTWARE PVT. LTD.  ·  CAPSTONE PORTFOLIO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344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4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</a:t>
            </a:r>
            <a:pPr indent="0" marL="0">
              <a:buNone/>
            </a:pPr>
            <a:r>
              <a:rPr lang="en-US" sz="4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Data Analytics Internship Journey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315468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3319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Deepanshi Mohanty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BCA  •  Specialization in Data Analytics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041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Software Pvt. Ltd.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658368" cy="658368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8890BE"/>
            </a:solidFill>
            <a:prstDash val="solid"/>
          </a:ln>
        </p:spPr>
      </p:sp>
      <p:pic>
        <p:nvPicPr>
          <p:cNvPr id="10" name="Image 0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5206594"/>
            <a:ext cx="395021" cy="39502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2920" y="58064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950" dirty="0"/>
          </a:p>
        </p:txBody>
      </p:sp>
      <p:pic>
        <p:nvPicPr>
          <p:cNvPr id="12" name="Image 1" descr="/home/claude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14" y="530352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87268" y="5074920"/>
            <a:ext cx="658368" cy="658368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4" name="Image 2" descr="/home/claude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942" y="5206594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67228" y="58064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50" dirty="0"/>
          </a:p>
        </p:txBody>
      </p:sp>
      <p:pic>
        <p:nvPicPr>
          <p:cNvPr id="16" name="Image 3" descr="/home/claude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022" y="530352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751576" y="5074920"/>
            <a:ext cx="658368" cy="658368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8" name="Image 4" descr="/home/claude/icons/chart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3250" y="5206594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31536" y="58064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pic>
        <p:nvPicPr>
          <p:cNvPr id="20" name="Image 5" descr="/home/claude/icons/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2330" y="5303520"/>
            <a:ext cx="201168" cy="20116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8215884" y="5074920"/>
            <a:ext cx="658368" cy="658368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F5C518"/>
            </a:solidFill>
            <a:prstDash val="solid"/>
          </a:ln>
        </p:spPr>
      </p:sp>
      <p:pic>
        <p:nvPicPr>
          <p:cNvPr id="22" name="Image 6" descr="/home/claude/icons/lightbul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7558" y="5206594"/>
            <a:ext cx="395021" cy="395021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895844" y="58064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50" dirty="0"/>
          </a:p>
        </p:txBody>
      </p:sp>
      <p:pic>
        <p:nvPicPr>
          <p:cNvPr id="24" name="Image 7" descr="/home/claude/icons/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6638" y="5303520"/>
            <a:ext cx="201168" cy="201168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10680192" y="5074920"/>
            <a:ext cx="658368" cy="658368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6" name="Image 8" descr="/home/claude/icons/rock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1866" y="5206594"/>
            <a:ext cx="395021" cy="395021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10360152" y="58064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50" dirty="0"/>
          </a:p>
        </p:txBody>
      </p:sp>
      <p:sp>
        <p:nvSpPr>
          <p:cNvPr id="28" name="Text 17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  <p:sp>
        <p:nvSpPr>
          <p:cNvPr id="29" name="Text 18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Internship. One End-to-End Analytics Story.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61665" cy="3246120"/>
          </a:xfrm>
          <a:prstGeom prst="roundRect">
            <a:avLst>
              <a:gd name="adj" fmla="val 3380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566928" cy="566928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pic>
        <p:nvPicPr>
          <p:cNvPr id="7" name="Image 0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945" y="2194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3108960"/>
            <a:ext cx="26215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611880"/>
            <a:ext cx="262158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raw data and business context.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50385" y="1874520"/>
            <a:ext cx="3261665" cy="3246120"/>
          </a:xfrm>
          <a:prstGeom prst="roundRect">
            <a:avLst>
              <a:gd name="adj" fmla="val 3380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0425" y="2194560"/>
            <a:ext cx="566928" cy="566928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70425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pic>
        <p:nvPicPr>
          <p:cNvPr id="13" name="Image 1" descr="/home/claude/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370" y="21945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70425" y="3108960"/>
            <a:ext cx="26215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4770425" y="3611880"/>
            <a:ext cx="262158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transform and explore the data.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77810" y="1874520"/>
            <a:ext cx="3261665" cy="3246120"/>
          </a:xfrm>
          <a:prstGeom prst="roundRect">
            <a:avLst>
              <a:gd name="adj" fmla="val 3380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7850" y="2194560"/>
            <a:ext cx="566928" cy="566928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9785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pic>
        <p:nvPicPr>
          <p:cNvPr id="19" name="Image 2" descr="/home/claude/icon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0794" y="21945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97850" y="3108960"/>
            <a:ext cx="26215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397850" y="3611880"/>
            <a:ext cx="262158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insights and storytelling.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822960" y="539496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241C3D">
              <a:alpha val="85000"/>
            </a:srgbClr>
          </a:solidFill>
          <a:ln w="9525">
            <a:solidFill>
              <a:srgbClr val="A855F7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22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</a:t>
            </a:r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2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Analysis-Ready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Immersion &amp; Wrangling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500" dirty="0"/>
          </a:p>
        </p:txBody>
      </p:sp>
      <p:pic>
        <p:nvPicPr>
          <p:cNvPr id="7" name="Image 0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36192" y="26426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inspection</a:t>
            </a:r>
            <a:endParaRPr lang="en-US" sz="1550" dirty="0"/>
          </a:p>
        </p:txBody>
      </p:sp>
      <p:pic>
        <p:nvPicPr>
          <p:cNvPr id="9" name="Image 1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1927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36192" y="3264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550" dirty="0"/>
          </a:p>
        </p:txBody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94106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36192" y="3886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</a:t>
            </a:r>
            <a:endParaRPr lang="en-US" sz="1550" dirty="0"/>
          </a:p>
        </p:txBody>
      </p:sp>
      <p:pic>
        <p:nvPicPr>
          <p:cNvPr id="13" name="Image 3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56285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36192" y="4507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preparation</a:t>
            </a:r>
            <a:endParaRPr lang="en-US" sz="1550" dirty="0"/>
          </a:p>
        </p:txBody>
      </p:sp>
      <p:pic>
        <p:nvPicPr>
          <p:cNvPr id="15" name="Image 4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5184648"/>
            <a:ext cx="292608" cy="2926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536192" y="5129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Analysis-ready dataset</a:t>
            </a:r>
            <a:endParaRPr lang="en-US" sz="1550" dirty="0"/>
          </a:p>
        </p:txBody>
      </p:sp>
      <p:sp>
        <p:nvSpPr>
          <p:cNvPr id="17" name="Text 10"/>
          <p:cNvSpPr txBox="1"/>
          <p:nvPr/>
        </p:nvSpPr>
        <p:spPr>
          <a:xfrm>
            <a:off x="621792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217920" y="2331720"/>
            <a:ext cx="777240" cy="777240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9" name="Image 5" descr="/home/claude/icons/pyth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2487168"/>
            <a:ext cx="466344" cy="4663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98932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7818120" y="2331720"/>
            <a:ext cx="777240" cy="777240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22" name="Image 6" descr="/home/claude/icons/panda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568" y="2487168"/>
            <a:ext cx="466344" cy="4663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58952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9418320" y="2331720"/>
            <a:ext cx="777240" cy="777240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25" name="Image 7" descr="/home/claude/icons/exce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3768" y="2487168"/>
            <a:ext cx="466344" cy="46634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189720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6217920" y="39776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10162E">
              <a:alpha val="90000"/>
            </a:srgbClr>
          </a:solidFill>
          <a:ln w="9525">
            <a:solidFill>
              <a:srgbClr val="8890BE">
                <a:alpha val="55000"/>
              </a:srgb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6217920" y="39776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88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 rot="10800000">
            <a:off x="8613648" y="4544568"/>
            <a:ext cx="256032" cy="182880"/>
          </a:xfrm>
          <a:prstGeom prst="triangle">
            <a:avLst/>
          </a:prstGeom>
          <a:solidFill>
            <a:srgbClr val="8890BE"/>
          </a:solidFill>
          <a:ln w="12700">
            <a:solidFill>
              <a:srgbClr val="8890BE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6217920" y="475488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10162E">
              <a:alpha val="90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6217920" y="47548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500" dirty="0"/>
          </a:p>
        </p:txBody>
      </p:sp>
      <p:sp>
        <p:nvSpPr>
          <p:cNvPr id="32" name="Shape 22"/>
          <p:cNvSpPr/>
          <p:nvPr/>
        </p:nvSpPr>
        <p:spPr>
          <a:xfrm rot="10800000">
            <a:off x="8613648" y="5321808"/>
            <a:ext cx="256032" cy="182880"/>
          </a:xfrm>
          <a:prstGeom prst="triangl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6217920" y="553212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10162E">
              <a:alpha val="90000"/>
            </a:srgbClr>
          </a:solidFill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217920" y="55321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ANALYSIS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6217920" y="5989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created a reliable foundation for every task that followed.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Data Speak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&amp; Business Intelligence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762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077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50" kern="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201168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1762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9077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50" kern="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1762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₹139.40M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9077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50" kern="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201168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21762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~1K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9077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50" kern="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703320"/>
            <a:ext cx="6309360" cy="2697480"/>
          </a:xfrm>
          <a:prstGeom prst="roundRect">
            <a:avLst>
              <a:gd name="adj" fmla="val 4068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9728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Analysis</a:t>
            </a:r>
            <a:endParaRPr lang="en-US" sz="1400" dirty="0"/>
          </a:p>
        </p:txBody>
      </p:sp>
      <p:pic>
        <p:nvPicPr>
          <p:cNvPr id="19" name="Image 0" descr="/home/claude/icons/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343400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08760" y="427939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Explored distributions and trends</a:t>
            </a:r>
            <a:endParaRPr lang="en-US" sz="1400" dirty="0"/>
          </a:p>
        </p:txBody>
      </p:sp>
      <p:pic>
        <p:nvPicPr>
          <p:cNvPr id="21" name="Image 1" descr="/home/claude/icons/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84632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508760" y="47823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product categories</a:t>
            </a:r>
            <a:endParaRPr lang="en-US" sz="1400" dirty="0"/>
          </a:p>
        </p:txBody>
      </p:sp>
      <p:pic>
        <p:nvPicPr>
          <p:cNvPr id="23" name="Image 2" descr="/home/claude/icons/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349240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508760" y="52852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meaningful patterns</a:t>
            </a:r>
            <a:endParaRPr lang="en-US" sz="1400" dirty="0"/>
          </a:p>
        </p:txBody>
      </p:sp>
      <p:pic>
        <p:nvPicPr>
          <p:cNvPr id="25" name="Image 3" descr="/home/claude/icons/chart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852160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08760" y="57881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exploration into business insights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7315200" y="370332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2B2110">
              <a:alpha val="85000"/>
            </a:srgbClr>
          </a:solidFill>
          <a:ln w="9525">
            <a:solidFill>
              <a:srgbClr val="F5C518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4" descr="/home/claude/icons/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9776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09244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LEADER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7589520" y="4480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2600" dirty="0"/>
          </a:p>
        </p:txBody>
      </p:sp>
      <p:sp>
        <p:nvSpPr>
          <p:cNvPr id="31" name="Text 24"/>
          <p:cNvSpPr txBox="1"/>
          <p:nvPr/>
        </p:nvSpPr>
        <p:spPr>
          <a:xfrm>
            <a:off x="758952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category by order count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589520" y="5623560"/>
            <a:ext cx="3108960" cy="100584"/>
          </a:xfrm>
          <a:prstGeom prst="roundRect">
            <a:avLst>
              <a:gd name="adj" fmla="val 45455"/>
            </a:avLst>
          </a:prstGeom>
          <a:solidFill>
            <a:srgbClr val="F5C518"/>
          </a:solidFill>
          <a:ln/>
        </p:spPr>
      </p:sp>
      <p:sp>
        <p:nvSpPr>
          <p:cNvPr id="33" name="Shape 26"/>
          <p:cNvSpPr/>
          <p:nvPr/>
        </p:nvSpPr>
        <p:spPr>
          <a:xfrm>
            <a:off x="7589520" y="5806440"/>
            <a:ext cx="2114093" cy="100584"/>
          </a:xfrm>
          <a:prstGeom prst="roundRect">
            <a:avLst>
              <a:gd name="adj" fmla="val 45455"/>
            </a:avLst>
          </a:prstGeom>
          <a:solidFill>
            <a:srgbClr val="A855F7"/>
          </a:solidFill>
          <a:ln/>
        </p:spPr>
      </p:sp>
      <p:sp>
        <p:nvSpPr>
          <p:cNvPr id="34" name="Shape 27"/>
          <p:cNvSpPr/>
          <p:nvPr/>
        </p:nvSpPr>
        <p:spPr>
          <a:xfrm>
            <a:off x="7589520" y="5989320"/>
            <a:ext cx="1554480" cy="100584"/>
          </a:xfrm>
          <a:prstGeom prst="roundRect">
            <a:avLst>
              <a:gd name="adj" fmla="val 45455"/>
            </a:avLst>
          </a:prstGeom>
          <a:solidFill>
            <a:srgbClr val="22D3EE"/>
          </a:solidFill>
          <a:ln/>
        </p:spPr>
      </p:sp>
      <p:sp>
        <p:nvSpPr>
          <p:cNvPr id="35" name="Shape 28"/>
          <p:cNvSpPr/>
          <p:nvPr/>
        </p:nvSpPr>
        <p:spPr>
          <a:xfrm>
            <a:off x="7589520" y="6172200"/>
            <a:ext cx="1119226" cy="100584"/>
          </a:xfrm>
          <a:prstGeom prst="roundRect">
            <a:avLst>
              <a:gd name="adj" fmla="val 45455"/>
            </a:avLst>
          </a:prstGeom>
          <a:solidFill>
            <a:srgbClr val="8890BE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Numbers into a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 &amp; Business Intelligence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10162E">
              <a:alpha val="72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pic>
        <p:nvPicPr>
          <p:cNvPr id="7" name="Image 0" descr="/home/claude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456" y="2212848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35680" y="196596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10162E">
              <a:alpha val="72000"/>
            </a:srgbClr>
          </a:solidFill>
          <a:ln w="9525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3568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700" dirty="0"/>
          </a:p>
        </p:txBody>
      </p:sp>
      <p:pic>
        <p:nvPicPr>
          <p:cNvPr id="10" name="Image 1" descr="/home/claude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212848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48400" y="196596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10162E">
              <a:alpha val="72000"/>
            </a:srgbClr>
          </a:solidFill>
          <a:ln w="9525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4840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5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700" dirty="0"/>
          </a:p>
        </p:txBody>
      </p:sp>
      <p:pic>
        <p:nvPicPr>
          <p:cNvPr id="13" name="Image 2" descr="/home/claude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896" y="2212848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961120" y="196596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10162E">
              <a:alpha val="72000"/>
            </a:srgbClr>
          </a:solidFill>
          <a:ln w="9525">
            <a:solidFill>
              <a:srgbClr val="F5C518">
                <a:alpha val="6000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96112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5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822960" y="2971800"/>
            <a:ext cx="2029968" cy="685800"/>
          </a:xfrm>
          <a:prstGeom prst="roundRect">
            <a:avLst>
              <a:gd name="adj" fmla="val 16000"/>
            </a:avLst>
          </a:prstGeom>
          <a:solidFill>
            <a:srgbClr val="1B2040">
              <a:alpha val="8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7" name="Image 3" descr="/home/claude/icons/powerb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17296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2944368" y="2971800"/>
            <a:ext cx="2029968" cy="685800"/>
          </a:xfrm>
          <a:prstGeom prst="roundRect">
            <a:avLst>
              <a:gd name="adj" fmla="val 16000"/>
            </a:avLst>
          </a:prstGeom>
          <a:solidFill>
            <a:srgbClr val="1B2040">
              <a:alpha val="8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20" name="Image 4" descr="/home/claude/icons/chart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172968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493008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065776" y="2971800"/>
            <a:ext cx="2029968" cy="685800"/>
          </a:xfrm>
          <a:prstGeom prst="roundRect">
            <a:avLst>
              <a:gd name="adj" fmla="val 16000"/>
            </a:avLst>
          </a:prstGeom>
          <a:solidFill>
            <a:srgbClr val="1B2040">
              <a:alpha val="8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23" name="Image 5" descr="/home/claude/icons/chartb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317296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614416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Development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7187184" y="2971800"/>
            <a:ext cx="2029968" cy="685800"/>
          </a:xfrm>
          <a:prstGeom prst="roundRect">
            <a:avLst>
              <a:gd name="adj" fmla="val 16000"/>
            </a:avLst>
          </a:prstGeom>
          <a:solidFill>
            <a:srgbClr val="1B2040">
              <a:alpha val="8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26" name="Image 6" descr="/home/claude/icons/cog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1776" y="3172968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735824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Slicers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9308592" y="2971800"/>
            <a:ext cx="2029968" cy="685800"/>
          </a:xfrm>
          <a:prstGeom prst="roundRect">
            <a:avLst>
              <a:gd name="adj" fmla="val 16000"/>
            </a:avLst>
          </a:prstGeom>
          <a:solidFill>
            <a:srgbClr val="1B2040">
              <a:alpha val="8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29" name="Image 7" descr="/home/claude/icons/lay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3184" y="3172968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857232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Design</a:t>
            </a:r>
            <a:endParaRPr lang="en-US" sz="1150" dirty="0"/>
          </a:p>
        </p:txBody>
      </p:sp>
      <p:sp>
        <p:nvSpPr>
          <p:cNvPr id="31" name="Shape 21"/>
          <p:cNvSpPr/>
          <p:nvPr/>
        </p:nvSpPr>
        <p:spPr>
          <a:xfrm>
            <a:off x="822960" y="3977640"/>
            <a:ext cx="4937760" cy="2423160"/>
          </a:xfrm>
          <a:prstGeom prst="roundRect">
            <a:avLst>
              <a:gd name="adj" fmla="val 4528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2" name="Text 22"/>
          <p:cNvSpPr txBox="1"/>
          <p:nvPr/>
        </p:nvSpPr>
        <p:spPr>
          <a:xfrm>
            <a:off x="109728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3" name="Text 23"/>
          <p:cNvSpPr txBox="1"/>
          <p:nvPr/>
        </p:nvSpPr>
        <p:spPr>
          <a:xfrm>
            <a:off x="1097280" y="46177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transformed complex information into a clear business view — one that lets users quickly monitor performance and explore the dimensions that matter.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5943600" y="397764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10162E">
              <a:alpha val="9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6172200" y="42062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0C1024">
              <a:alpha val="9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6172200" y="4206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7589520" y="42062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0C1024">
              <a:alpha val="9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7589520" y="4206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6172200" y="5394960"/>
            <a:ext cx="502920" cy="685800"/>
          </a:xfrm>
          <a:prstGeom prst="roundRect">
            <a:avLst>
              <a:gd name="adj" fmla="val 7273"/>
            </a:avLst>
          </a:prstGeom>
          <a:solidFill>
            <a:srgbClr val="22D3EE">
              <a:alpha val="90000"/>
            </a:srgbClr>
          </a:solidFill>
          <a:ln/>
        </p:spPr>
      </p:sp>
      <p:sp>
        <p:nvSpPr>
          <p:cNvPr id="40" name="Shape 30"/>
          <p:cNvSpPr/>
          <p:nvPr/>
        </p:nvSpPr>
        <p:spPr>
          <a:xfrm>
            <a:off x="6858000" y="4914900"/>
            <a:ext cx="502920" cy="1165860"/>
          </a:xfrm>
          <a:prstGeom prst="roundRect">
            <a:avLst>
              <a:gd name="adj" fmla="val 7273"/>
            </a:avLst>
          </a:prstGeom>
          <a:solidFill>
            <a:srgbClr val="A855F7">
              <a:alpha val="90000"/>
            </a:srgbClr>
          </a:solidFill>
          <a:ln/>
        </p:spPr>
      </p:sp>
      <p:sp>
        <p:nvSpPr>
          <p:cNvPr id="41" name="Shape 31"/>
          <p:cNvSpPr/>
          <p:nvPr/>
        </p:nvSpPr>
        <p:spPr>
          <a:xfrm>
            <a:off x="7543800" y="5189220"/>
            <a:ext cx="502920" cy="891540"/>
          </a:xfrm>
          <a:prstGeom prst="roundRect">
            <a:avLst>
              <a:gd name="adj" fmla="val 7273"/>
            </a:avLst>
          </a:prstGeom>
          <a:solidFill>
            <a:srgbClr val="EC4899">
              <a:alpha val="90000"/>
            </a:srgbClr>
          </a:solidFill>
          <a:ln/>
        </p:spPr>
      </p:sp>
      <p:sp>
        <p:nvSpPr>
          <p:cNvPr id="42" name="Shape 32"/>
          <p:cNvSpPr/>
          <p:nvPr/>
        </p:nvSpPr>
        <p:spPr>
          <a:xfrm>
            <a:off x="8229600" y="4709160"/>
            <a:ext cx="502920" cy="1371600"/>
          </a:xfrm>
          <a:prstGeom prst="roundRect">
            <a:avLst>
              <a:gd name="adj" fmla="val 7273"/>
            </a:avLst>
          </a:prstGeom>
          <a:solidFill>
            <a:srgbClr val="F5C518">
              <a:alpha val="90000"/>
            </a:srgbClr>
          </a:solidFill>
          <a:ln/>
        </p:spPr>
      </p:sp>
      <p:sp>
        <p:nvSpPr>
          <p:cNvPr id="43" name="Shape 33"/>
          <p:cNvSpPr/>
          <p:nvPr/>
        </p:nvSpPr>
        <p:spPr>
          <a:xfrm>
            <a:off x="8915400" y="5532120"/>
            <a:ext cx="502920" cy="548640"/>
          </a:xfrm>
          <a:prstGeom prst="roundRect">
            <a:avLst>
              <a:gd name="adj" fmla="val 7273"/>
            </a:avLst>
          </a:prstGeom>
          <a:solidFill>
            <a:srgbClr val="22D3EE">
              <a:alpha val="90000"/>
            </a:srgbClr>
          </a:solidFill>
          <a:ln/>
        </p:spPr>
      </p:sp>
      <p:sp>
        <p:nvSpPr>
          <p:cNvPr id="44" name="Shape 34"/>
          <p:cNvSpPr/>
          <p:nvPr/>
        </p:nvSpPr>
        <p:spPr>
          <a:xfrm>
            <a:off x="9601200" y="5093208"/>
            <a:ext cx="502920" cy="987552"/>
          </a:xfrm>
          <a:prstGeom prst="roundRect">
            <a:avLst>
              <a:gd name="adj" fmla="val 7273"/>
            </a:avLst>
          </a:prstGeom>
          <a:solidFill>
            <a:srgbClr val="A855F7">
              <a:alpha val="90000"/>
            </a:srgbClr>
          </a:solidFill>
          <a:ln/>
        </p:spPr>
      </p:sp>
      <p:sp>
        <p:nvSpPr>
          <p:cNvPr id="45" name="Text 35"/>
          <p:cNvSpPr txBox="1"/>
          <p:nvPr/>
        </p:nvSpPr>
        <p:spPr>
          <a:xfrm>
            <a:off x="5943600" y="61722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dashboard layout</a:t>
            </a:r>
            <a:endParaRPr lang="en-US" sz="950" dirty="0"/>
          </a:p>
        </p:txBody>
      </p:sp>
      <p:sp>
        <p:nvSpPr>
          <p:cNvPr id="46" name="Text 36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Numbers Became a Story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Storytelling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7143A">
              <a:alpha val="8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shows a pattern.
</a:t>
            </a:r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story explains why the pattern matters.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3776472"/>
            <a:ext cx="585216" cy="585216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9" name="Image 0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39319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4434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pic>
        <p:nvPicPr>
          <p:cNvPr id="11" name="Image 1" descr="/home/claude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456" y="411480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35680" y="36118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31792" y="3776472"/>
            <a:ext cx="585216" cy="585216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F5C518"/>
            </a:solidFill>
            <a:prstDash val="solid"/>
          </a:ln>
        </p:spPr>
      </p:sp>
      <p:pic>
        <p:nvPicPr>
          <p:cNvPr id="14" name="Image 2" descr="/home/claude/icons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240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35680" y="4434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pic>
        <p:nvPicPr>
          <p:cNvPr id="16" name="Image 3" descr="/home/claude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4114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48400" y="36118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144512" y="3776472"/>
            <a:ext cx="585216" cy="585216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9" name="Image 4" descr="/home/claude/icons/l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9960" y="393192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48400" y="4434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pic>
        <p:nvPicPr>
          <p:cNvPr id="21" name="Image 5" descr="/home/claude/icons/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2896" y="4114800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61120" y="36118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9857232" y="3776472"/>
            <a:ext cx="585216" cy="585216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4" name="Image 6" descr="/home/claude/icons/fla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393192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961120" y="4434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822960" y="5074920"/>
            <a:ext cx="10515600" cy="1280160"/>
          </a:xfrm>
          <a:prstGeom prst="roundRect">
            <a:avLst>
              <a:gd name="adj" fmla="val 8571"/>
            </a:avLst>
          </a:prstGeom>
          <a:solidFill>
            <a:srgbClr val="1B2040">
              <a:alpha val="6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1188720" y="507492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focused on selecting meaningful visuals, connecting insights, and presenting findings as a simple, decision-oriented narrative.</a:t>
            </a:r>
            <a:endParaRPr lang="en-US" sz="1450" dirty="0"/>
          </a:p>
        </p:txBody>
      </p:sp>
      <p:sp>
        <p:nvSpPr>
          <p:cNvPr id="28" name="Text 19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Tasks. One Connected Workflow.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920240" cy="3063240"/>
          </a:xfrm>
          <a:prstGeom prst="roundRect">
            <a:avLst>
              <a:gd name="adj" fmla="val 5714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72184" y="2468880"/>
            <a:ext cx="621792" cy="621792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262432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70332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data trustworthy</a:t>
            </a:r>
            <a:endParaRPr lang="en-US" sz="1100" dirty="0"/>
          </a:p>
        </p:txBody>
      </p:sp>
      <p:pic>
        <p:nvPicPr>
          <p:cNvPr id="10" name="Image 1" descr="/home/claude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346" y="323240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58084" y="1783080"/>
            <a:ext cx="1920240" cy="3063240"/>
          </a:xfrm>
          <a:prstGeom prst="roundRect">
            <a:avLst>
              <a:gd name="adj" fmla="val 5714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122676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607308" y="2468880"/>
            <a:ext cx="621792" cy="621792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4" name="Image 2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756" y="262432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58084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3067812" y="370332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patterns</a:t>
            </a:r>
            <a:endParaRPr lang="en-US" sz="1100" dirty="0"/>
          </a:p>
        </p:txBody>
      </p:sp>
      <p:pic>
        <p:nvPicPr>
          <p:cNvPr id="17" name="Image 3" descr="/home/claude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470" y="3232404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93208" y="1783080"/>
            <a:ext cx="1920240" cy="3063240"/>
          </a:xfrm>
          <a:prstGeom prst="roundRect">
            <a:avLst>
              <a:gd name="adj" fmla="val 5714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257800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742432" y="2468880"/>
            <a:ext cx="621792" cy="621792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1" name="Image 4" descr="/home/claude/icons/chart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2624328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093208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5202936" y="370332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performance</a:t>
            </a:r>
            <a:endParaRPr lang="en-US" sz="1100" dirty="0"/>
          </a:p>
        </p:txBody>
      </p:sp>
      <p:pic>
        <p:nvPicPr>
          <p:cNvPr id="24" name="Image 5" descr="/home/claude/icons/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8594" y="3232404"/>
            <a:ext cx="164592" cy="1645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228332" y="1783080"/>
            <a:ext cx="1920240" cy="3063240"/>
          </a:xfrm>
          <a:prstGeom prst="roundRect">
            <a:avLst>
              <a:gd name="adj" fmla="val 5714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7392924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7877556" y="2468880"/>
            <a:ext cx="621792" cy="621792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F5C518"/>
            </a:solidFill>
            <a:prstDash val="solid"/>
          </a:ln>
        </p:spPr>
      </p:sp>
      <p:pic>
        <p:nvPicPr>
          <p:cNvPr id="28" name="Image 6" descr="/home/claude/icons/boo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004" y="2624328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228332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450" dirty="0"/>
          </a:p>
        </p:txBody>
      </p:sp>
      <p:sp>
        <p:nvSpPr>
          <p:cNvPr id="30" name="Text 21"/>
          <p:cNvSpPr txBox="1"/>
          <p:nvPr/>
        </p:nvSpPr>
        <p:spPr>
          <a:xfrm>
            <a:off x="7338060" y="370332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matters</a:t>
            </a:r>
            <a:endParaRPr lang="en-US" sz="1100" dirty="0"/>
          </a:p>
        </p:txBody>
      </p:sp>
      <p:pic>
        <p:nvPicPr>
          <p:cNvPr id="31" name="Image 7" descr="/home/claude/icons/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3718" y="3232404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363456" y="1783080"/>
            <a:ext cx="1920240" cy="3063240"/>
          </a:xfrm>
          <a:prstGeom prst="roundRect">
            <a:avLst>
              <a:gd name="adj" fmla="val 5714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9528048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10012680" y="2468880"/>
            <a:ext cx="621792" cy="621792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35" name="Image 8" descr="/home/claude/icons/githu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128" y="2624328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363456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450" dirty="0"/>
          </a:p>
        </p:txBody>
      </p:sp>
      <p:sp>
        <p:nvSpPr>
          <p:cNvPr id="37" name="Text 26"/>
          <p:cNvSpPr txBox="1"/>
          <p:nvPr/>
        </p:nvSpPr>
        <p:spPr>
          <a:xfrm>
            <a:off x="9473184" y="370332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journey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822960" y="512064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7143A">
              <a:alpha val="8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1280160" y="512064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outcome was not a collection of dashboards — it was a repeatable way of thinking with data.”</a:t>
            </a:r>
            <a:endParaRPr lang="en-US" sz="1550" dirty="0"/>
          </a:p>
        </p:txBody>
      </p:sp>
      <p:sp>
        <p:nvSpPr>
          <p:cNvPr id="40" name="Text 29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I Built Along the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6099048" y="2286000"/>
            <a:ext cx="9144" cy="1691640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 flipV="1">
            <a:off x="6099048" y="3131820"/>
            <a:ext cx="3603116" cy="845820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6099048" y="3977640"/>
            <a:ext cx="3603116" cy="845820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6099048" y="3977640"/>
            <a:ext cx="9144" cy="1691640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 flipH="1">
            <a:off x="2495932" y="3977640"/>
            <a:ext cx="3603116" cy="845820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H="1" flipV="1">
            <a:off x="2495932" y="3131820"/>
            <a:ext cx="3603116" cy="845820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5230368" y="3108960"/>
            <a:ext cx="1737360" cy="1737360"/>
          </a:xfrm>
          <a:prstGeom prst="ellipse">
            <a:avLst/>
          </a:prstGeom>
          <a:solidFill>
            <a:srgbClr val="241C3D">
              <a:alpha val="95000"/>
            </a:srgbClr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228600" dist="50800" dir="16200000">
              <a:srgbClr val="8B5CF6">
                <a:alpha val="50000"/>
              </a:srgbClr>
            </a:outerShdw>
          </a:effectLst>
        </p:spPr>
      </p:sp>
      <p:pic>
        <p:nvPicPr>
          <p:cNvPr id="11" name="Image 0" descr="/home/claude/icons/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593592"/>
            <a:ext cx="585216" cy="58521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230368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spc="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spc="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96028" y="17602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4" name="Image 1" descr="/home/claude/icons/pyth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20848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1828" y="18699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481828" y="22631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• Transformation • EDA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399144" y="26060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8" name="Image 2" descr="/home/claude/icons/sql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736" y="29306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84944" y="27157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SQLite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9084944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• Data Thinking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399144" y="42976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22" name="Image 3" descr="/home/claude/icons/exc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3736" y="462229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84944" y="4407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Power Query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084944" y="4800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• Business Analysis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796028" y="51435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26" name="Image 4" descr="/home/claude/icons/powerb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546811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1828" y="52532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DAX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5481828" y="56464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• Dashboards • BI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1192912" y="42976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30" name="Image 5" descr="/home/claude/icons/matplotli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7504" y="4622292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878712" y="4407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Seaborn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1878712" y="4800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Exploration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1192912" y="26060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34" name="Image 6" descr="/home/claude/icons/githu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7504" y="2930652"/>
            <a:ext cx="402336" cy="40233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878712" y="27157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GitHub Desktop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1878712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• Portfolio</a:t>
            </a:r>
            <a:endParaRPr lang="en-US" sz="950" dirty="0"/>
          </a:p>
        </p:txBody>
      </p:sp>
      <p:sp>
        <p:nvSpPr>
          <p:cNvPr id="37" name="Text 28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for Me?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08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learning was not a single tool — it was learning to connect technical work with a business question.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6" name="Image 0" descr="/home/claude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660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33172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structured analysis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233172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9" name="Image 1" descr="/home/claude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660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95160" y="233172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charts to purposeful visualization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2" name="Image 2" descr="/home/claude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1376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70332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numbers to meaningful insights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217920" y="370332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5" name="Image 3" descr="/home/claude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1376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995160" y="370332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projects to professional documentation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822960" y="5074920"/>
            <a:ext cx="10515600" cy="1280160"/>
          </a:xfrm>
          <a:prstGeom prst="roundRect">
            <a:avLst>
              <a:gd name="adj" fmla="val 8571"/>
            </a:avLst>
          </a:prstGeom>
          <a:solidFill>
            <a:srgbClr val="2B2110">
              <a:alpha val="85000"/>
            </a:srgbClr>
          </a:solidFill>
          <a:ln w="9525">
            <a:solidFill>
              <a:srgbClr val="F5C518">
                <a:alpha val="5000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280160" y="507492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“Good analytics is not about making data look impressive. It is about making the important information impossible to miss — and easy to act on.”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CONTINUES.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learning tools → to solving problems with data.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261665" cy="1874520"/>
          </a:xfrm>
          <a:prstGeom prst="roundRect">
            <a:avLst>
              <a:gd name="adj" fmla="val 5854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33752" y="2404872"/>
            <a:ext cx="640080" cy="640080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6" name="Image 0" descr="/home/claude/icons/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344" y="2569464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32616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593592"/>
            <a:ext cx="28044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building technical depth</a:t>
            </a:r>
            <a:endParaRPr lang="en-US" sz="1150" dirty="0"/>
          </a:p>
        </p:txBody>
      </p:sp>
      <p:pic>
        <p:nvPicPr>
          <p:cNvPr id="9" name="Image 1" descr="/home/claude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21" y="2985516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50385" y="2148840"/>
            <a:ext cx="3261665" cy="1874520"/>
          </a:xfrm>
          <a:prstGeom prst="roundRect">
            <a:avLst>
              <a:gd name="adj" fmla="val 5854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761177" y="2404872"/>
            <a:ext cx="640080" cy="640080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2" name="Image 2" descr="/home/claude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769" y="256946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50385" y="3200400"/>
            <a:ext cx="32616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678985" y="3593592"/>
            <a:ext cx="28044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skills into real projects</a:t>
            </a:r>
            <a:endParaRPr lang="en-US" sz="1150" dirty="0"/>
          </a:p>
        </p:txBody>
      </p:sp>
      <p:pic>
        <p:nvPicPr>
          <p:cNvPr id="15" name="Image 3" descr="/home/claude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4346" y="2985516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077810" y="2148840"/>
            <a:ext cx="3261665" cy="1874520"/>
          </a:xfrm>
          <a:prstGeom prst="roundRect">
            <a:avLst>
              <a:gd name="adj" fmla="val 5854"/>
            </a:avLst>
          </a:prstGeom>
          <a:solidFill>
            <a:srgbClr val="1B2040">
              <a:alpha val="72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388602" y="2404872"/>
            <a:ext cx="640080" cy="640080"/>
          </a:xfrm>
          <a:prstGeom prst="ellipse">
            <a:avLst/>
          </a:prstGeom>
          <a:solidFill>
            <a:srgbClr val="1B2040">
              <a:alpha val="85000"/>
            </a:srgbClr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18" name="Image 4" descr="/home/claude/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194" y="2569464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077810" y="3200400"/>
            <a:ext cx="32616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8306410" y="3593592"/>
            <a:ext cx="28044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data to support better decisions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822960" y="4434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Deepanshi Mohanty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Intern  •  ApexPlanet Software Pvt. Ltd.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· DATA ANALYTICS INTERNSHIP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2026-09-12T15:07:00Z</dcterms:created>
  <dcterms:modified xsi:type="dcterms:W3CDTF">2026-09-12T15:07:00Z</dcterms:modified>
</cp:coreProperties>
</file>